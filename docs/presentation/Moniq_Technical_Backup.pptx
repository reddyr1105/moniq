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scripts/reproduce_ml.py, data/ml_independent_evaluation.json, backend/app/ml.py. Raw accuracy precedes fallback. Accepted predictions 155/155 correct on this set only; miscellaneous fallback overall 63.64%. Do not hide review coverage or generalize synthetic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gmail_service.py, gmail_routes.py, smartapprove.py, transactions.py, circles.py, account_tools.py. Provider authentication is not cryptographic financial proof. No bank payments/live collaboration. Work-window eligibility remains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B60"/>
                </a:solidFill>
                <a:latin typeface="Segoe UI"/>
              </a:rPr>
              <a:t>TECHNICAL BACKUP · OUTSIDE TIMED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46888"/>
            <a:ext cx="1344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6C54"/>
                </a:solidFill>
                <a:latin typeface="Segoe UI"/>
              </a:rPr>
              <a:t>moniq.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C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B60"/>
                </a:solidFill>
                <a:latin typeface="Segoe UI"/>
              </a:rPr>
              <a:t>Hacklanta 2026  / 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612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6B60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185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253C31"/>
                </a:solidFill>
                <a:latin typeface="Segoe UI"/>
              </a:rPr>
              <a:t>ML evidence, with its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6C54"/>
                </a:solidFill>
                <a:latin typeface="Segoe UI"/>
              </a:rPr>
              <a:t>792 train / 264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5486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53C31"/>
                </a:solidFill>
                <a:latin typeface="Segoe UI"/>
              </a:rPr>
              <a:t>11 categories · Disjoint merchant families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53C31"/>
                </a:solidFill>
                <a:latin typeface="Segoe UI"/>
              </a:rPr>
              <a:t>Word uni/bigrams → logistic regression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53C31"/>
                </a:solidFill>
                <a:latin typeface="Segoe UI"/>
              </a:rPr>
              <a:t>250 correct · Raw macro F1 0.9432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6C54"/>
                </a:solidFill>
                <a:latin typeface="Segoe UI"/>
              </a:rPr>
              <a:t>Confidence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512064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3C31"/>
                </a:solidFill>
                <a:latin typeface="Segoe UI"/>
              </a:rPr>
              <a:t>Below 45% → miscellaneous + review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3C31"/>
                </a:solidFill>
                <a:latin typeface="Segoe UI"/>
              </a:rPr>
              <a:t>58.71% automatic coverage on this set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3C31"/>
                </a:solidFill>
                <a:latin typeface="Segoe UI"/>
              </a:rPr>
              <a:t>Confidence is uncalibrated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3C31"/>
                </a:solidFill>
                <a:latin typeface="Segoe UI"/>
              </a:rPr>
              <a:t>Real-bank performance not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332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6B60"/>
                </a:solidFill>
                <a:latin typeface="Segoe UI"/>
              </a:rPr>
              <a:t>Synthetic English examples have correlated formatting. No production accuracy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6B60"/>
                </a:solidFill>
                <a:latin typeface="Segoe UI"/>
              </a:rPr>
              <a:t>TECHNICAL BACKUP · OUTSIDE TIMED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0" y="246888"/>
            <a:ext cx="1344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6C54"/>
                </a:solidFill>
                <a:latin typeface="Segoe UI"/>
              </a:rPr>
              <a:t>moniq.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DC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B60"/>
                </a:solidFill>
                <a:latin typeface="Segoe UI"/>
              </a:rPr>
              <a:t>Hacklanta 2026  / 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612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6B60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185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253C31"/>
                </a:solidFill>
                <a:latin typeface="Segoe UI"/>
              </a:rPr>
              <a:t>Permission, validation, exact-cent accounting.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6C54"/>
                </a:solidFill>
                <a:latin typeface="Segoe UI"/>
              </a:rPr>
              <a:t>Gmail +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16936"/>
            <a:ext cx="5166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OAuth code + PKCE + one-use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Gmail read-only scope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Encrypted backend tokens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Private / public / scenario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1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6C54"/>
                </a:solidFill>
                <a:latin typeface="Segoe UI"/>
              </a:rPr>
              <a:t>Ledger +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16936"/>
            <a:ext cx="5166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Posted records, integer cents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Duplicate checks + idempotent requests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Audit history + compensating reversals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53C31"/>
                </a:solidFill>
                <a:latin typeface="Segoe UI"/>
              </a:rPr>
              <a:t>Circles preserves cash 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4243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6B60"/>
                </a:solidFill>
                <a:latin typeface="Segoe UI"/>
              </a:rPr>
              <a:t>Local owner prototype; SQLite is unencrypted. Cloud identity and security review remain future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Moniq | Technical backup slides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